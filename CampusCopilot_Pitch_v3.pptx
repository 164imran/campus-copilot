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798" y="9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38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6400800" cy="5486400"/>
          </a:xfrm>
          <a:prstGeom prst="ellipse">
            <a:avLst/>
          </a:prstGeom>
          <a:solidFill>
            <a:srgbClr val="C8D8F8">
              <a:alpha val="55000"/>
            </a:srgbClr>
          </a:solidFill>
          <a:ln w="12700">
            <a:solidFill>
              <a:srgbClr val="C8D8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914400"/>
            <a:ext cx="5486400" cy="4572000"/>
          </a:xfrm>
          <a:prstGeom prst="ellipse">
            <a:avLst/>
          </a:prstGeom>
          <a:solidFill>
            <a:srgbClr val="B0C8F0">
              <a:alpha val="50000"/>
            </a:srgbClr>
          </a:solidFill>
          <a:ln w="12700">
            <a:solidFill>
              <a:srgbClr val="B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D0DCFA">
              <a:alpha val="45000"/>
            </a:srgbClr>
          </a:solidFill>
          <a:ln w="12700">
            <a:solidFill>
              <a:srgbClr val="D0D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36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4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Campus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54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0B0"/>
                </a:solidFill>
              </a:rPr>
              <a:t>Makeathon 2026  ·  Reply Challenge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566928"/>
            <a:ext cx="7315200" cy="425196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749808"/>
            <a:ext cx="6949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11pm.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6949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 tomorrow at 9am.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71600" y="20848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A5070"/>
                </a:solidFill>
              </a:rPr>
              <a:t>12 weeks of lectures you barely remember.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74720" y="2697480"/>
            <a:ext cx="2194560" cy="32004"/>
          </a:xfrm>
          <a:prstGeom prst="rect">
            <a:avLst/>
          </a:prstGeom>
          <a:solidFill>
            <a:srgbClr val="0065BD">
              <a:alpha val="35000"/>
            </a:srgbClr>
          </a:solidFill>
          <a:ln w="12700">
            <a:solidFill>
              <a:srgbClr val="0065B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371600" y="28529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90B0"/>
                </a:solidFill>
              </a:rPr>
              <a:t>Every student in this room has lived this moment.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0156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built the solution.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926080" y="4645152"/>
            <a:ext cx="3291840" cy="402336"/>
          </a:xfrm>
          <a:prstGeom prst="rect">
            <a:avLst/>
          </a:prstGeom>
          <a:solidFill>
            <a:srgbClr val="FFFFFF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127248" y="4690872"/>
            <a:ext cx="329184" cy="329184"/>
          </a:xfrm>
          <a:prstGeom prst="rect">
            <a:avLst/>
          </a:prstGeom>
          <a:solidFill>
            <a:srgbClr val="5B8FD0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127248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04488" y="4690872"/>
            <a:ext cx="329184" cy="329184"/>
          </a:xfrm>
          <a:prstGeom prst="rect">
            <a:avLst/>
          </a:prstGeom>
          <a:solidFill>
            <a:srgbClr val="0065BD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904488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81728" y="4690872"/>
            <a:ext cx="329184" cy="329184"/>
          </a:xfrm>
          <a:prstGeom prst="rect">
            <a:avLst/>
          </a:prstGeom>
          <a:solidFill>
            <a:srgbClr val="4CAF7D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81728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58968" y="4690872"/>
            <a:ext cx="329184" cy="329184"/>
          </a:xfrm>
          <a:prstGeom prst="rect">
            <a:avLst/>
          </a:prstGeom>
          <a:solidFill>
            <a:srgbClr val="9E7AC8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58968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♪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4884" y="-352159"/>
            <a:ext cx="6400800" cy="5486400"/>
          </a:xfrm>
          <a:prstGeom prst="ellipse">
            <a:avLst/>
          </a:prstGeom>
          <a:solidFill>
            <a:srgbClr val="C8D8F8">
              <a:alpha val="55000"/>
            </a:srgbClr>
          </a:solidFill>
          <a:ln w="12700">
            <a:solidFill>
              <a:srgbClr val="C8D8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955549"/>
            <a:ext cx="5486400" cy="4572000"/>
          </a:xfrm>
          <a:prstGeom prst="ellipse">
            <a:avLst/>
          </a:prstGeom>
          <a:solidFill>
            <a:srgbClr val="B0C8F0">
              <a:alpha val="50000"/>
            </a:srgbClr>
          </a:solidFill>
          <a:ln w="12700">
            <a:solidFill>
              <a:srgbClr val="B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D0DCFA">
              <a:alpha val="45000"/>
            </a:srgbClr>
          </a:solidFill>
          <a:ln w="12700">
            <a:solidFill>
              <a:srgbClr val="D0D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36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4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Campus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54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0B0"/>
                </a:solidFill>
              </a:rPr>
              <a:t>Makeathon 2026  ·  Reply 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A5070"/>
                </a:solidFill>
              </a:rPr>
              <a:t>Students manage 3 disconnected platforms every single day.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76320"/>
            <a:ext cx="2697480" cy="841248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329184" cy="329184"/>
          </a:xfrm>
          <a:prstGeom prst="rect">
            <a:avLst/>
          </a:prstGeom>
          <a:solidFill>
            <a:srgbClr val="5B8FD0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Text 11"/>
          <p:cNvSpPr/>
          <p:nvPr/>
        </p:nvSpPr>
        <p:spPr>
          <a:xfrm>
            <a:off x="978408" y="1554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78124" y="2076320"/>
            <a:ext cx="2697480" cy="841248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378708" y="2332352"/>
            <a:ext cx="329184" cy="329184"/>
          </a:xfrm>
          <a:prstGeom prst="rect">
            <a:avLst/>
          </a:prstGeom>
          <a:solidFill>
            <a:srgbClr val="0065BD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7" name="Text 15"/>
          <p:cNvSpPr/>
          <p:nvPr/>
        </p:nvSpPr>
        <p:spPr>
          <a:xfrm>
            <a:off x="3831336" y="1554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31336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2076320"/>
            <a:ext cx="2697480" cy="841248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0" name="Shape 18"/>
          <p:cNvSpPr/>
          <p:nvPr/>
        </p:nvSpPr>
        <p:spPr>
          <a:xfrm>
            <a:off x="6277356" y="2304288"/>
            <a:ext cx="329184" cy="329184"/>
          </a:xfrm>
          <a:prstGeom prst="rect">
            <a:avLst/>
          </a:prstGeom>
          <a:solidFill>
            <a:srgbClr val="5BAAD0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1" name="Text 19"/>
          <p:cNvSpPr/>
          <p:nvPr/>
        </p:nvSpPr>
        <p:spPr>
          <a:xfrm>
            <a:off x="6684264" y="1554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84264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31336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31336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84264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84264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602736"/>
            <a:ext cx="8229600" cy="658368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40080" y="3602736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</a:rPr>
              <a:t>None of them talk to each other. </a:t>
            </a:r>
            <a:endParaRPr lang="en-US" sz="15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99FFC6F-51D7-C233-01D6-573EFE587662}"/>
              </a:ext>
            </a:extLst>
          </p:cNvPr>
          <p:cNvSpPr txBox="1"/>
          <p:nvPr/>
        </p:nvSpPr>
        <p:spPr>
          <a:xfrm>
            <a:off x="6858000" y="2332353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Library Portal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59EC3C3-4C16-5794-0EA3-AA4456EC99C4}"/>
              </a:ext>
            </a:extLst>
          </p:cNvPr>
          <p:cNvSpPr txBox="1"/>
          <p:nvPr/>
        </p:nvSpPr>
        <p:spPr>
          <a:xfrm>
            <a:off x="4040670" y="2344477"/>
            <a:ext cx="1593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TUMonline</a:t>
            </a:r>
            <a:endParaRPr lang="fr-FR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795251E-02B2-108D-A3D3-2DB418E12BBF}"/>
              </a:ext>
            </a:extLst>
          </p:cNvPr>
          <p:cNvSpPr txBox="1"/>
          <p:nvPr/>
        </p:nvSpPr>
        <p:spPr>
          <a:xfrm>
            <a:off x="1143029" y="2316479"/>
            <a:ext cx="128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Moodle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6400800" cy="5486400"/>
          </a:xfrm>
          <a:prstGeom prst="ellipse">
            <a:avLst/>
          </a:prstGeom>
          <a:solidFill>
            <a:srgbClr val="C8D8F8">
              <a:alpha val="55000"/>
            </a:srgbClr>
          </a:solidFill>
          <a:ln w="12700">
            <a:solidFill>
              <a:srgbClr val="C8D8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914400"/>
            <a:ext cx="5486400" cy="4572000"/>
          </a:xfrm>
          <a:prstGeom prst="ellipse">
            <a:avLst/>
          </a:prstGeom>
          <a:solidFill>
            <a:srgbClr val="B0C8F0">
              <a:alpha val="50000"/>
            </a:srgbClr>
          </a:solidFill>
          <a:ln w="12700">
            <a:solidFill>
              <a:srgbClr val="B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D0DCFA">
              <a:alpha val="45000"/>
            </a:srgbClr>
          </a:solidFill>
          <a:ln w="12700">
            <a:solidFill>
              <a:srgbClr val="D0D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36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4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Campus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54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0B0"/>
                </a:solidFill>
              </a:rPr>
              <a:t>Makeathon 2026  ·  Reply 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Message. Everything Done.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115568"/>
            <a:ext cx="8046720" cy="713232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58368" y="1207008"/>
            <a:ext cx="329184" cy="329184"/>
          </a:xfrm>
          <a:prstGeom prst="rect">
            <a:avLst/>
          </a:prstGeom>
          <a:solidFill>
            <a:srgbClr val="3A5070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836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You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12070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5BD"/>
                </a:solidFill>
              </a:rPr>
              <a:t>"I have my Machine Learning exam tomorrow"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15361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B0"/>
                </a:solidFill>
              </a:rPr>
              <a:t>→  60 seconds later, everything is ready.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1572768" cy="256032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32104" y="2103120"/>
            <a:ext cx="548640" cy="548640"/>
          </a:xfrm>
          <a:prstGeom prst="rect">
            <a:avLst/>
          </a:prstGeom>
          <a:solidFill>
            <a:srgbClr val="5B8FD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3210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" y="279806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Reads every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lecture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92808" y="2304288"/>
            <a:ext cx="146304" cy="146304"/>
          </a:xfrm>
          <a:prstGeom prst="rect">
            <a:avLst/>
          </a:prstGeom>
          <a:solidFill>
            <a:srgbClr val="7A90B0">
              <a:alpha val="70000"/>
            </a:srgbClr>
          </a:solidFill>
          <a:ln w="12700">
            <a:solidFill>
              <a:srgbClr val="7A90B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039112" y="1993392"/>
            <a:ext cx="1572768" cy="256032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551176" y="2103120"/>
            <a:ext cx="548640" cy="548640"/>
          </a:xfrm>
          <a:prstGeom prst="rect">
            <a:avLst/>
          </a:prstGeom>
          <a:solidFill>
            <a:srgbClr val="0065B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5117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48840" y="279806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Generates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study guide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11880" y="2304288"/>
            <a:ext cx="146304" cy="146304"/>
          </a:xfrm>
          <a:prstGeom prst="rect">
            <a:avLst/>
          </a:prstGeom>
          <a:solidFill>
            <a:srgbClr val="7A90B0">
              <a:alpha val="70000"/>
            </a:srgbClr>
          </a:solidFill>
          <a:ln w="12700">
            <a:solidFill>
              <a:srgbClr val="7A90B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758184" y="1993392"/>
            <a:ext cx="1572768" cy="256032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270248" y="2103120"/>
            <a:ext cx="548640" cy="548640"/>
          </a:xfrm>
          <a:prstGeom prst="rect">
            <a:avLst/>
          </a:prstGeom>
          <a:solidFill>
            <a:srgbClr val="E8704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2702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67912" y="279806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Predicts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the exam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30952" y="2304288"/>
            <a:ext cx="146304" cy="146304"/>
          </a:xfrm>
          <a:prstGeom prst="rect">
            <a:avLst/>
          </a:prstGeom>
          <a:solidFill>
            <a:srgbClr val="7A90B0">
              <a:alpha val="70000"/>
            </a:srgbClr>
          </a:solidFill>
          <a:ln w="12700">
            <a:solidFill>
              <a:srgbClr val="7A90B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77256" y="1993392"/>
            <a:ext cx="1572768" cy="256032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989320" y="2103120"/>
            <a:ext cx="548640" cy="548640"/>
          </a:xfrm>
          <a:prstGeom prst="rect">
            <a:avLst/>
          </a:prstGeom>
          <a:solidFill>
            <a:srgbClr val="4CAF7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9893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86984" y="279806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Books study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room at 7am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50024" y="2304288"/>
            <a:ext cx="146304" cy="146304"/>
          </a:xfrm>
          <a:prstGeom prst="rect">
            <a:avLst/>
          </a:prstGeom>
          <a:solidFill>
            <a:srgbClr val="7A90B0">
              <a:alpha val="70000"/>
            </a:srgbClr>
          </a:solidFill>
          <a:ln w="12700">
            <a:solidFill>
              <a:srgbClr val="7A90B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196328" y="1993392"/>
            <a:ext cx="1572768" cy="256032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708392" y="2103120"/>
            <a:ext cx="548640" cy="548640"/>
          </a:xfrm>
          <a:prstGeom prst="rect">
            <a:avLst/>
          </a:prstGeom>
          <a:solidFill>
            <a:srgbClr val="9E7AC8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70839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06056" y="279806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Reads briefing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out loud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just study.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6400800" cy="5486400"/>
          </a:xfrm>
          <a:prstGeom prst="ellipse">
            <a:avLst/>
          </a:prstGeom>
          <a:solidFill>
            <a:srgbClr val="C8D8F8">
              <a:alpha val="55000"/>
            </a:srgbClr>
          </a:solidFill>
          <a:ln w="12700">
            <a:solidFill>
              <a:srgbClr val="C8D8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914400"/>
            <a:ext cx="5486400" cy="4572000"/>
          </a:xfrm>
          <a:prstGeom prst="ellipse">
            <a:avLst/>
          </a:prstGeom>
          <a:solidFill>
            <a:srgbClr val="B0C8F0">
              <a:alpha val="50000"/>
            </a:srgbClr>
          </a:solidFill>
          <a:ln w="12700">
            <a:solidFill>
              <a:srgbClr val="B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D0DCFA">
              <a:alpha val="45000"/>
            </a:srgbClr>
          </a:solidFill>
          <a:ln w="12700">
            <a:solidFill>
              <a:srgbClr val="D0D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36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4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Campus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54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0B0"/>
                </a:solidFill>
              </a:rPr>
              <a:t>Makeathon 2026  ·  Reply 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Autonomous Agents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A5070"/>
                </a:solidFill>
              </a:rPr>
              <a:t>One conversation. Three specialists. Everything handled.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1463040"/>
            <a:ext cx="2834640" cy="338328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38912" y="1591056"/>
            <a:ext cx="530352" cy="530352"/>
          </a:xfrm>
          <a:prstGeom prst="rect">
            <a:avLst/>
          </a:prstGeom>
          <a:solidFill>
            <a:srgbClr val="5B8FD0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8912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6093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Moodle Agent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" y="2231136"/>
            <a:ext cx="2542032" cy="22860"/>
          </a:xfrm>
          <a:prstGeom prst="rect">
            <a:avLst/>
          </a:prstGeom>
          <a:solidFill>
            <a:srgbClr val="5B8FD0">
              <a:alpha val="35000"/>
            </a:srgbClr>
          </a:solidFill>
          <a:ln w="12700">
            <a:solidFill>
              <a:srgbClr val="5B8FD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25420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Logs into Moodle. Downloads every lecture. Generates a complete study guide with theorems, analogies, formulas, and 3 levels of exercises.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895344"/>
            <a:ext cx="2542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8FD0"/>
                </a:solidFill>
              </a:rPr>
              <a:t>Predicts your exam from past exam patterns.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1463040"/>
            <a:ext cx="2834640" cy="338328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410712" y="1591056"/>
            <a:ext cx="530352" cy="530352"/>
          </a:xfrm>
          <a:prstGeom prst="rect">
            <a:avLst/>
          </a:prstGeom>
          <a:solidFill>
            <a:srgbClr val="4CAF7D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10712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69080" y="16093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Room Agent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10712" y="2231136"/>
            <a:ext cx="2542032" cy="22860"/>
          </a:xfrm>
          <a:prstGeom prst="rect">
            <a:avLst/>
          </a:prstGeom>
          <a:solidFill>
            <a:srgbClr val="4CAF7D">
              <a:alpha val="35000"/>
            </a:srgbClr>
          </a:solidFill>
          <a:ln w="12700">
            <a:solidFill>
              <a:srgbClr val="4CAF7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410712" y="2340864"/>
            <a:ext cx="25420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Navigates the TUM library portal. Finds available study rooms near your faculty. Books the best one for tomorrow morning  automatically.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0712" y="3895344"/>
            <a:ext cx="2542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AF7D"/>
                </a:solidFill>
              </a:rPr>
              <a:t>No forms. No searching. Just a confirmed booking.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1463040"/>
            <a:ext cx="2834640" cy="338328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382512" y="1591056"/>
            <a:ext cx="530352" cy="530352"/>
          </a:xfrm>
          <a:prstGeom prst="rect">
            <a:avLst/>
          </a:prstGeom>
          <a:solidFill>
            <a:srgbClr val="9E7AC8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382512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16093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Voice Agent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82512" y="2231136"/>
            <a:ext cx="2542032" cy="22860"/>
          </a:xfrm>
          <a:prstGeom prst="rect">
            <a:avLst/>
          </a:prstGeom>
          <a:solidFill>
            <a:srgbClr val="9E7AC8">
              <a:alpha val="35000"/>
            </a:srgbClr>
          </a:solidFill>
          <a:ln w="12700">
            <a:solidFill>
              <a:srgbClr val="9E7AC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382512" y="2340864"/>
            <a:ext cx="25420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Reads your morning briefing out loud. Summarizes what to focus on, where your room is, and what the exam will likely cover.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2512" y="3895344"/>
            <a:ext cx="2542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7AC8"/>
                </a:solidFill>
              </a:rPr>
              <a:t>Powered by ElevenLabs natural voice synthesis.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6400800" cy="5486400"/>
          </a:xfrm>
          <a:prstGeom prst="ellipse">
            <a:avLst/>
          </a:prstGeom>
          <a:solidFill>
            <a:srgbClr val="C8D8F8">
              <a:alpha val="55000"/>
            </a:srgbClr>
          </a:solidFill>
          <a:ln w="12700">
            <a:solidFill>
              <a:srgbClr val="C8D8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914400"/>
            <a:ext cx="5486400" cy="4572000"/>
          </a:xfrm>
          <a:prstGeom prst="ellipse">
            <a:avLst/>
          </a:prstGeom>
          <a:solidFill>
            <a:srgbClr val="B0C8F0">
              <a:alpha val="50000"/>
            </a:srgbClr>
          </a:solidFill>
          <a:ln w="12700">
            <a:solidFill>
              <a:srgbClr val="B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D0DCFA">
              <a:alpha val="45000"/>
            </a:srgbClr>
          </a:solidFill>
          <a:ln w="12700">
            <a:solidFill>
              <a:srgbClr val="D0D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36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4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Campus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54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0B0"/>
                </a:solidFill>
              </a:rPr>
              <a:t>Makeathon 2026  ·  Reply 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Us Different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A5070"/>
                </a:solidFill>
              </a:rPr>
              <a:t>We don't just summarize. We teach. We predict. We act.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4261104" cy="1444752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" y="1618488"/>
            <a:ext cx="384048" cy="384048"/>
          </a:xfrm>
          <a:prstGeom prst="rect">
            <a:avLst/>
          </a:prstGeom>
          <a:solidFill>
            <a:srgbClr val="5B8FD0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87552" y="15910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Predicted Exam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Analyzes real past exams from your professor. Generates a predicted exam in the exact same format  same question types, same difficulty, same weighting.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9744" y="1481328"/>
            <a:ext cx="4261104" cy="1444752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937760" y="1618488"/>
            <a:ext cx="384048" cy="384048"/>
          </a:xfrm>
          <a:prstGeom prst="rect">
            <a:avLst/>
          </a:prstGeom>
          <a:solidFill>
            <a:srgbClr val="0065BD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49824" y="15910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It Actually Teaches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Every theorem has an analogy. Every formula has a numerical example. Exercises at 3 difficulty levels  because memorizing is not understanding.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79192" y="3275996"/>
            <a:ext cx="4261104" cy="1444752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807208" y="3417728"/>
            <a:ext cx="384048" cy="384048"/>
          </a:xfrm>
          <a:prstGeom prst="rect">
            <a:avLst/>
          </a:prstGeom>
          <a:solidFill>
            <a:srgbClr val="9E7AC8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319272" y="33902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Cross-Course Intelligence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07208" y="388407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Ask how Neural Networks are explained across two courses. The agent compares them and builds a unified mental model for you.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9824" y="32186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0" y="3712464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6400800" cy="5486400"/>
          </a:xfrm>
          <a:prstGeom prst="ellipse">
            <a:avLst/>
          </a:prstGeom>
          <a:solidFill>
            <a:srgbClr val="C8D8F8">
              <a:alpha val="55000"/>
            </a:srgbClr>
          </a:solidFill>
          <a:ln w="12700">
            <a:solidFill>
              <a:srgbClr val="C8D8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914400"/>
            <a:ext cx="5486400" cy="4572000"/>
          </a:xfrm>
          <a:prstGeom prst="ellipse">
            <a:avLst/>
          </a:prstGeom>
          <a:solidFill>
            <a:srgbClr val="B0C8F0">
              <a:alpha val="50000"/>
            </a:srgbClr>
          </a:solidFill>
          <a:ln w="12700">
            <a:solidFill>
              <a:srgbClr val="B0C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-1828800"/>
            <a:ext cx="4572000" cy="4572000"/>
          </a:xfrm>
          <a:prstGeom prst="ellipse">
            <a:avLst/>
          </a:prstGeom>
          <a:solidFill>
            <a:srgbClr val="D0DCFA">
              <a:alpha val="45000"/>
            </a:srgbClr>
          </a:solidFill>
          <a:ln w="12700">
            <a:solidFill>
              <a:srgbClr val="D0D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" y="36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548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</a:rPr>
              <a:t>Campus Copilot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548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90B0"/>
                </a:solidFill>
              </a:rPr>
              <a:t>Makeathon 2026  ·  Reply Challenge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"/>
            <a:ext cx="7863840" cy="4069080"/>
          </a:xfrm>
          <a:prstGeom prst="rect">
            <a:avLst/>
          </a:prstGeom>
          <a:solidFill>
            <a:srgbClr val="FFFFFF">
              <a:alpha val="78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blurRad="177800" dist="38100" dir="8100000" algn="bl" rotWithShape="0">
              <a:srgbClr val="8AABCF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858768" y="658368"/>
            <a:ext cx="142646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night before your exam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to be your worst nightmare.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91840" y="3474720"/>
            <a:ext cx="2560320" cy="36576"/>
          </a:xfrm>
          <a:prstGeom prst="rect">
            <a:avLst/>
          </a:prstGeom>
          <a:solidFill>
            <a:srgbClr val="0065BD">
              <a:alpha val="40000"/>
            </a:srgbClr>
          </a:solidFill>
          <a:ln w="12700">
            <a:solidFill>
              <a:srgbClr val="0065B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2960" y="358444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5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made it your secret weapon.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0B0"/>
                </a:solidFill>
              </a:rPr>
              <a:t>Jhoneyd Mechakra , Imran El Azri, Matteo </a:t>
            </a:r>
            <a:r>
              <a:rPr lang="en-US" sz="1000" dirty="0" err="1">
                <a:solidFill>
                  <a:srgbClr val="7A90B0"/>
                </a:solidFill>
              </a:rPr>
              <a:t>Bengone</a:t>
            </a:r>
            <a:r>
              <a:rPr lang="en-US" sz="1000" dirty="0">
                <a:solidFill>
                  <a:srgbClr val="7A90B0"/>
                </a:solidFill>
              </a:rPr>
              <a:t>, Jérémie Konda, Konstantin </a:t>
            </a:r>
            <a:r>
              <a:rPr lang="en-US" sz="1000" dirty="0" err="1">
                <a:solidFill>
                  <a:srgbClr val="7A90B0"/>
                </a:solidFill>
              </a:rPr>
              <a:t>Vannson</a:t>
            </a:r>
            <a:endParaRPr lang="en-US" sz="10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07AD212-0319-E15B-2829-2D4E88DEB38A}"/>
              </a:ext>
            </a:extLst>
          </p:cNvPr>
          <p:cNvSpPr txBox="1"/>
          <p:nvPr/>
        </p:nvSpPr>
        <p:spPr>
          <a:xfrm>
            <a:off x="2879900" y="1231314"/>
            <a:ext cx="4810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accent1"/>
                </a:solidFill>
              </a:rPr>
              <a:t>Campus </a:t>
            </a:r>
            <a:r>
              <a:rPr lang="fr-FR" sz="3600" b="1" dirty="0" err="1">
                <a:solidFill>
                  <a:schemeClr val="accent1"/>
                </a:solidFill>
              </a:rPr>
              <a:t>Copilot</a:t>
            </a:r>
            <a:endParaRPr lang="fr-FR" sz="3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421</Words>
  <Application>Microsoft Office PowerPoint</Application>
  <PresentationFormat>Affichage à l'écran (16:9)</PresentationFormat>
  <Paragraphs>86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Copilot</dc:title>
  <dc:subject>PptxGenJS Presentation</dc:subject>
  <dc:creator>PptxGenJS</dc:creator>
  <cp:lastModifiedBy>jhoneyd mechakra</cp:lastModifiedBy>
  <cp:revision>2</cp:revision>
  <dcterms:created xsi:type="dcterms:W3CDTF">2026-04-19T07:30:52Z</dcterms:created>
  <dcterms:modified xsi:type="dcterms:W3CDTF">2026-04-19T08:39:25Z</dcterms:modified>
</cp:coreProperties>
</file>